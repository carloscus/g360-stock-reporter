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73152" cy="731520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D084"/>
                </a:solidFill>
                <a:latin typeface="Segoe UI"/>
              </a:rPr>
              <a:t>G360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94A3B8"/>
                </a:solidFill>
                <a:latin typeface="Segoe UI"/>
              </a:rPr>
              <a:t>Manual Técnico del Sistema de Reportes de Stock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217920"/>
            <a:ext cx="27432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94A3B8"/>
                </a:solidFill>
                <a:latin typeface="Segoe UI"/>
              </a:rPr>
              <a:t>CIPSA · Intelligence Division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Contenido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Arquitectura del Sistema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Frontend PWA (Lit Web Components)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Backend API (FastAPI + Render)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Flujo de datos y capas de caché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Categorías de Negocio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VINIBALL, VINIFAN, REPRESENTADAS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Mapeo automático por línea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Estados de Stock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OK, BAJO, AGOTADO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Cálculo por cajas (bx) y unidades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Funcionalidades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Dashboard en tiempo real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Búsqueda fuzzy con Fuse.js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Reportes XLSX exportables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Alertas de stock crítico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Operación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Descarga desde appweb.cipsa.com.pe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Enriquecimiento con catálogo maestro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Ventana horaria: Lun-Sáb 07:00-22:59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Arquitectura del Sistema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Componentes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Frontend — GitHub Pages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g360-stock-reporter-lit (Lit 3 PWA)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Service Worker para respaldo offline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Cache 3 capas: memoria → session → local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Backend — Render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g360-stock-api (FastAPI + Python)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Fuente: appweb.cipsa.com.pe:8054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Enriquecimiento automático con catálogo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TTL cache: 15 minutos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Catálogo Maestro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g360-master-data (JSON alojado en GitHub)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Campos: SKU, descripción, un_bx, peso, líneas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Auto-carga al iniciar el servicio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Diagrama de Flujo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1206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0"/>
              </a:spcBef>
            </a:pPr>
            <a:r>
              <a:rPr sz="2400" b="1">
                <a:solidFill>
                  <a:srgbClr val="94A3B8"/>
                </a:solidFill>
                <a:latin typeface="Segoe UI"/>
              </a:rPr>
              <a:t>[ CAPTURA DE PANTALLA ]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Captura del diagrama de arquitectura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Fuentes de Datos (appweb)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Appweb 1 — General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Almacenes: VES, 40, 118, 121, 122, 129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Stock de venta principal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Appweb 2 — Sucursales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Almacenes: S1, S2, S3, S5, S6, S9, S11, S14, S17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Datos consolidados regionales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Clasificación de Almacenes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Venta: VES, 40, 121, 122, 129 → cuentan para stock comercial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Mktd: 118, S* → no cuentan para venta (solo info)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Categorías de Negocio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Mapeo Línea → Categoría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Reglas de Asignación Automática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VINIBALL → líneas: 01, MA, 14, AD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VINIFAN → líneas: 02, 09, 11, 72-79, CE, CF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INDUMENTARIA → líneas: 57, 52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REPRESENTADAS → línea: 85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PUBLICIDAD → líneas: 80, 81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Proceso de Normalización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Entrada: '0179 - ACCESORIOS' del reporte appweb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Normalizado: '79 - ACCESORIOS' (se elimina prefijo '01')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Código '79' → categoría asignada: VINIFAN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SKUs sin línea válida → categoría 'OTROS'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Estados de Stock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Cálculo de Estado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Fórmula Principal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bx = Math.floor(stock_disponible / un_bx)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0">
                <a:solidFill>
                  <a:srgbClr val="00D084"/>
                </a:solidFill>
                <a:latin typeface="Segoe UI"/>
              </a:rPr>
              <a:t>「 Donde: stock_disponible = suma de 'disponible' en almacenes de venta 」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Definición de Estados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OK → bx &gt;= 10 (10 o más cajas completas)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BAJO → 1 &lt;= bx &lt; 10 (1 a 9 cajas)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AGOTADO → bx == 0 (sin cajas completas)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Casos Particulares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un_bx &lt;= 1: SKU vendido por unidad, muestra 'N u'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Stock solo en mktd (ej. 118): AGOTADO en venta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Inspección (121): opcional incluir en reportes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Dashboard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1206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0"/>
              </a:spcBef>
            </a:pPr>
            <a:r>
              <a:rPr sz="2400" b="1">
                <a:solidFill>
                  <a:srgbClr val="94A3B8"/>
                </a:solidFill>
                <a:latin typeface="Segoe UI"/>
              </a:rPr>
              <a:t>[ CAPTURA DE PANTALLA ]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Segoe UI"/>
              </a:rPr>
              <a:t>Captura del panel de estado y KPIs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Búsqueda Avanzada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Motor de Búsqueda (Fuse.js)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Campos Indexados con Pesos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SKU (peso: 2.0) — coincidencia exacta prioritaria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Nombre corto (peso: 1.5) — nombre abreviado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Descripción completa (peso: 1.0)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Keywords (peso: 0.6) — atributos: color, tipo, marca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EAN13 (peso: 0.8) — código de barras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Línea (peso: 0.5) — ACCESORIOS, PELOTAS, etc.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Categoría (peso: 0.5) — VINIFAN, VINIBALL, etc.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Configuración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Threshold: 0.3 (tolerante a errores de tipeo)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Mínimo: 2 caracteres para iniciar búsqueda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Búsqueda por Voz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Características Técnicas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Web Speech API (SpeechRecognition)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Idioma: es-PE (Español Perú)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Interim results para feedback en tiempo real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Normalización Inteligente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Convierte números hablados a dígitos: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sz="1200" b="0">
                <a:solidFill>
                  <a:srgbClr val="00D084"/>
                </a:solidFill>
                <a:latin typeface="Segoe UI"/>
              </a:rPr>
              <a:t>「 'cero uno uno cero uno nueve' → '011019' 」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Elimina ruido: sku, codigo, busca, artículos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Quita tildes y puntuación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Detecta si es código (todo dígitos) vs nombre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Ejemplos de Uso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'buscar tijera vinifan pastel' → busca por nombre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'sku cero uno uno cero uno nueve' → busca SKU directo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Reportes Exportables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Tipos de Reporte XLSX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Reporte Completo (Pulso)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Hoja Resumen: KPIs, totales por categoría y línea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Hojas por línea: datos detallados agrupados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Hoja Sin Catálogo: SKUs sin estado de línea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Opciones: incluir inspección (121), incluir secundarios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Reporte de Estado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ConStock: SKUs con bx &gt;= 10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BajoStock: SKUs con 1 &lt;= bx &lt; 10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SinStock: SKUs con bx = 0 (agotados)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SinCatalogo: SKUs fuera del catálogo maestro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Columnas del Reporte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SKU | Nombre | Línea | Categoría | Cajas | Disponible venta | Estado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Sistema de Alertas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Tipos de Alerta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Crítico (rojo): bx = 0, SKU completamente agotado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Advertencia (amarillo): 1 &lt;= bx &lt; 10, stock bajo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Criterios de Generación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Solo SKUs con estado_linea definido (catálogo)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Ordenados: críticos primero, luego por bx ascendente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Contador en badge de navegación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Panel de Alertas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Filtros: Todos, Sin Stock, Bajo Stock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Lista expandible con detalle por SKU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Acceso rápido desde navegación principal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Seguridad y Acceso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Modelo de Autenticación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Dos Niveles de Clave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S1_API_KEY: Administrativa (upload, catálogo, resumen)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S1_READ_API_KEY: Lectura para frontend estático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Endpoints y Permisos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GET /api/v1/stock → requiere READ_KEY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GET /api/v1/health → requiere READ_KEY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POST /api/v1/catalog/upload → requiere ADMIN_KEY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GET /api/v1/resumen → requiere ADMIN_KEY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Controles Operativos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CORS restringido a github.io + localhost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Rate limit: 60 requests/minute por IP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La clave de lectura puede estar en el frontend (pública)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Despliegue y Operación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Infraestructura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Frontend — GitHub Pages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Deploy automático desde branch main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Build: Vite + Lit Web Components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URL: https://carloscus.github.io/g360-stock-reporter/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Backend — Render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Servicio gratuito con auto-scaling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URL: https://g360-stock-api.onrender.com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Keep-alive cada 5 min para mantener activo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Ventana Operativa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Lunes a Sábado, 07:00 - 22:59 (hora Lima)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Domingo y madrugada: no regenera reporte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Cache sirve últimos datos válidos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Instalación y Desarrollo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Frontend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npm install &amp;&amp; npm run dev (puerto 3000)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npm run build → genera dist/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Backend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cd g360-stock-api &amp;&amp; pip install -r requirements.txt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uvicorn app.main:app --reload --port 8000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Variables de Entorno (.env)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S1_SOURCE1_URL, S1_SOURCE2_URL (appweb)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S1_CACHE_TTL_SEGUNDOS (default: 900)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S1_API_KEY, S1_READ_API_KEY (separar claves)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S1_CORS_ORIGINS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377440"/>
            <a:ext cx="22860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0F4F8"/>
                </a:solidFill>
                <a:latin typeface="Segoe UI"/>
              </a:rPr>
              <a:t>Troubleshooting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Problemas Comunes y Soluciones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Cache Stale (datos viejos)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Síntoma: datos no se actualizan aunque cambió el API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Causa: localStorage TTL de 7 días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Solución: Forzar refresh en UI o limpiar storage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Categoría OTROS (esperado VINIFAN/VINIBALL)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Síntoma: SKU aparece en categoría genérica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Causa: código de línea no mapeado en CATEGORIAS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Solución: Agregar código al dict de categorías en constants.py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Stock 0 con existencias en almacén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Síntoma: SKU con stock en 118 muestra 0 disponible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Causa: 118 es tipo 'mktd', no cuenta para venta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Solución: Verificar tipo de almacén en el backend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</a:p>
          <a:p>
            <a:pPr>
              <a:spcBef>
                <a:spcPts val="1400"/>
              </a:spcBef>
              <a:spcAft>
                <a:spcPts val="400"/>
              </a:spcAft>
            </a:pPr>
            <a:r>
              <a:rPr sz="1800" b="1">
                <a:solidFill>
                  <a:srgbClr val="00D084"/>
                </a:solidFill>
                <a:latin typeface="Segoe UI"/>
              </a:rPr>
              <a:t>API 403 Forbidden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Verificar X-API-Key en header (no query string)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Confirmar que la key coincide con S1_READ_API_KEY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0F4F8"/>
                </a:solidFill>
                <a:latin typeface="Segoe UI"/>
              </a:rPr>
              <a:t>Mejoras Futuras Planeadas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1371600" cy="27432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Integración con ERP para rotación de SKUs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Alertas push y notificaciones en tiempo real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Reportes filtrados por almacén específico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Gráficos de tendencia histórica de stock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Módulo de reposición automática sugerida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App nativa móvil (React Native / Flutter)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F0F4F8"/>
                </a:solidFill>
                <a:latin typeface="Segoe UI"/>
              </a:rPr>
              <a:t>▸ Dashboard ejecutivo con KPIs avanzados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0"/>
            <a:ext cx="1828800" cy="36576"/>
          </a:xfrm>
          <a:prstGeom prst="rect">
            <a:avLst/>
          </a:prstGeom>
          <a:solidFill>
            <a:srgbClr val="00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0F4F8"/>
                </a:solidFill>
                <a:latin typeface="Segoe UI"/>
              </a:rPr>
              <a:t>StockPulse CIPSA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94A3B8"/>
                </a:solidFill>
                <a:latin typeface="Segoe UI"/>
              </a:rPr>
              <a:t>Inteligencia de Stock en Tiempo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00D084"/>
                </a:solidFill>
                <a:latin typeface="Segoe UI"/>
              </a:rPr>
              <a:t>¿Consultas? Contactar al equipo G360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Segoe UI"/>
              </a:rPr>
              <a:t>g360-stock-reporter-lit ·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