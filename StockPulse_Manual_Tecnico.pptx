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0"/>
            <a:ext cx="12070080" cy="7315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457200"/>
            <a:ext cx="1645920" cy="548640"/>
          </a:xfrm>
          <a:prstGeom prst="round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0F172A"/>
                </a:solidFill>
                <a:latin typeface="Segoe UI"/>
              </a:rPr>
              <a:t>G360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0F4F8"/>
                </a:solidFill>
                <a:latin typeface="Segoe UI"/>
              </a:rPr>
              <a:t>StockPulse CIPSA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94A3B8"/>
                </a:solidFill>
                <a:latin typeface="Segoe UI"/>
              </a:rPr>
              <a:t>Manual Técnico — Reportes de Stock en Tiempo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43600"/>
            <a:ext cx="27432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5943600"/>
            <a:ext cx="137160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4A3B8"/>
                </a:solidFill>
                <a:latin typeface="Segoe UI"/>
              </a:rPr>
              <a:t>CIPSA · Intelligence Division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Arquitectura del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Frontend PWA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Lit 3 Web Components, deploy en GitHub Pages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Cache 3 capas: memoria → sessionStorage → localStorage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Backend API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FastAPI en Render, fuente: appweb.cipsa.com.pe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Enriquecimiento automático con catálogo maestro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TTL cache: 15 minutos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Catálogo Maestro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JSON en GitHub (g360-master-data)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Campos: SKU, descripción, un_bx, peso, líneas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Flujo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11064240" cy="50292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D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10881360" cy="484632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0" y="2286000"/>
            <a:ext cx="2133295" cy="1371600"/>
          </a:xfrm>
          <a:prstGeom prst="roundRect">
            <a:avLst/>
          </a:prstGeom>
          <a:solidFill>
            <a:srgbClr val="2D3748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94A3B8"/>
                </a:solidFill>
                <a:latin typeface="Segoe UI"/>
              </a:rPr>
              <a:t>[IMG]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0F4F8"/>
                </a:solidFill>
                <a:latin typeface="Segoe UI"/>
              </a:rPr>
              <a:t>CAPTURA DE PANTALLA</a:t>
            </a:r>
          </a:p>
          <a:p>
            <a:pPr algn="ctr"/>
            <a:r>
              <a:rPr sz="1400" b="0">
                <a:solidFill>
                  <a:srgbClr val="94A3B8"/>
                </a:solidFill>
                <a:latin typeface="Segoe UI"/>
              </a:rPr>
              <a:t>Captura del diagrama de arquitectura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Categorías de Negocio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Mapeo Automático por Línea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VINIBALL → líneas: 01, MA, 14, AD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VINIFAN → líneas: 02, 09, 11, 72-79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REPRESENTADAS → línea: 85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PUBLICIDAD → líneas: 80, 81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Normalización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00D084"/>
                </a:solidFill>
                <a:latin typeface="Segoe UI"/>
              </a:rPr>
              <a:t>    「 Entrada: '0179 - ACCESORIOS' → Código: '79' → VINIFAN 」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Estados de Stock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OK → bx &gt;= 10 cajas | BAJO → 1-9 bx | AGOTADO → bx =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Funcionalidades Principales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Dashboard y Estado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KPIs: total SKUs, cajas, estados por categoría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Lista expandible por categoría con SKUs detallados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Búsqueda Avanzada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Fuse.js: SKU, nombre, keywords, EAN, línea, categoría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Búsqueda por voz: normaliza números hablados a SKU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Reportes XLSX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Completo: Resumen + hojas por línea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Estado: ConStock, BajoStock, SinStock, SinCatálogo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Sistema de Alertas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Tipos de Alerta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Crítico (rojo): SKU agotado (bx = 0)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Advertencia (amarillo): Stock bajo (1-9 cajas)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Criterios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Solo SKUs con estado_linea definido (catálogo)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Ordenados por prioridad y cantidad de cajas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Visualización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Badge con contador en navegación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Panel dedicado con filtros por tipo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Seguridad y Acceso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Modelo de Autenticación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S1_API_KEY: Administrativa (upload, catálogo)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S1_READ_API_KEY: Lectura para frontend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Endpoints Protegidos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GET /stock, /health → requiere READ_KEY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POST /catalog/upload → requiere ADMIN_KEY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Controles Operativos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CORS: github.io + localhost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Rate limit: 60 req/min por 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Despliegue y Operación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Infraestructura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Frontend: GitHub Pages (auto-deploy desde main)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Backend: Render (gratuito, keep-alive cada 5 min)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Desarrollo Local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Frontend: npm run dev (localhost:3000)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Backend: uvicorn app.main:app --reload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Ventana Operativa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Lun-Sáb 07:00-22:59 hora Lima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Dom/madrugada: datos estáticos del último ciclo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74320"/>
            <a:ext cx="548640" cy="548640"/>
          </a:xfrm>
          <a:prstGeom prst="ellipse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Troubleshooting Común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2296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77295" cy="5303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Cache Stale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Síntoma: datos no se actualizan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Solución: Forzar refresh o limpiar localStorage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Categoría OTROS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Causa: código de línea no mapeado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Solución: Agregar a CATEGORIAS en constants.py</a:t>
            </a:r>
          </a:p>
          <a:p/>
          <a:p>
            <a:pPr>
              <a:spcBef>
                <a:spcPts val="1400"/>
              </a:spcBef>
            </a:pPr>
            <a:r>
              <a:rPr sz="1800" b="1">
                <a:solidFill>
                  <a:srgbClr val="00D084"/>
                </a:solidFill>
                <a:latin typeface="Segoe UI"/>
              </a:rPr>
              <a:t>▌ Stock 0 con existencias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Causa: stock solo en almacén mktd (118, S*)</a:t>
            </a:r>
          </a:p>
          <a:p>
            <a:pPr>
              <a:spcBef>
                <a:spcPts val="500"/>
              </a:spcBef>
            </a:pPr>
            <a:r>
              <a:rPr sz="1400" b="0">
                <a:solidFill>
                  <a:srgbClr val="F0F4F8"/>
                </a:solidFill>
                <a:latin typeface="Segoe UI"/>
              </a:rPr>
              <a:t>  ▸ Solución: Verificar tipo de almacén en datos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70248" y="2743200"/>
            <a:ext cx="3657600" cy="54864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079224" y="0"/>
            <a:ext cx="109728" cy="685800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0F4F8"/>
                </a:solidFill>
                <a:latin typeface="Segoe UI"/>
              </a:rPr>
              <a:t>StockPulse CIPSA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94A3B8"/>
                </a:solidFill>
                <a:latin typeface="Segoe UI"/>
              </a:rPr>
              <a:t>Inteligencia de Stock en Tiempo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00D084"/>
                </a:solidFill>
                <a:latin typeface="Segoe UI"/>
              </a:rPr>
              <a:t>¿Consultas? Contactar al equipo G360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g360-stock-reporter-lit ·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