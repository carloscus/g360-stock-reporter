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0"/>
            <a:ext cx="12070080" cy="7315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457200"/>
            <a:ext cx="1645920" cy="548640"/>
          </a:xfrm>
          <a:prstGeom prst="round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0F172A"/>
                </a:solidFill>
                <a:latin typeface="Segoe UI"/>
              </a:rPr>
              <a:t>G360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0F4F8"/>
                </a:solidFill>
                <a:latin typeface="Segoe UI"/>
              </a:rPr>
              <a:t>StockPulse CIPSA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94A3B8"/>
                </a:solidFill>
                <a:latin typeface="Segoe UI"/>
              </a:rPr>
              <a:t>Manual Técnico — Reportes de Stock en Tiempo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43600"/>
            <a:ext cx="27432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5943600"/>
            <a:ext cx="13716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4A3B8"/>
                </a:solidFill>
                <a:latin typeface="Segoe UI"/>
              </a:rPr>
              <a:t>CIPSA · Intelligence Division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Arquitectura del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Frontend PWA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Lit 3 Web Components, deploy en GitHub Pages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Cache 3 capas: memoria → sessionStorage → localStorage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Backend API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FastAPI en Render, fuente: appweb.cipsa.com.pe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Enriquecimiento automático con catálogo maestro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TTL cache: 15 minutos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Catálogo Maestro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JSON en GitHub (g360-master-data)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Campos: SKU, descripción, un_bx, peso, líneas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Flujo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11064240" cy="5303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D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276" y="1097280"/>
            <a:ext cx="344896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Categorías de Negocio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Mapeo Automático por Línea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VINIBALL → líneas: 01, MA, 14, AD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VINIFAN → líneas: 02, 09, 11, 72-79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REPRESENTADAS → línea: 85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PUBLICIDAD → líneas: 80, 81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Normalización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00D084"/>
                </a:solidFill>
                <a:latin typeface="Segoe UI"/>
              </a:rPr>
              <a:t>    「 Entrada: '0179 - ACCESORIOS' → Código: '79' → VINIFAN 」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Estados de Stock (bx sobre disponible VES)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OK → bx &gt;= 10 cajas | BAJO → 1-9 bx | AGOTADO → bx =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Funcionalidades Principales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Dashboard y Estado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KPIs y lista expandible por categoría (estados sobre VES)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Buscador interno con auto-expand de coincidencias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Búsqueda Avanzada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Multi-término AND sin tildes + voz + link ?q=SKU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SKU, EAN, línea, categoría, keywords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Jerarquía de Almacenes (lotes no se suman)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VES venta · 129 secundario · 40 traslado (≥10 bx)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121 inspección/QC · 122 exportación (informativo)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Badges + leyenda de colores por lote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Reportes XLSX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'Disponible VES'; columnas 129/40/121 + hoja 122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Descarga directa 122; solicitante recordado en equipo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Sistema de Alertas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Tipos de Alerta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Crítico (rojo): SKU agotado (bx = 0)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Advertencia (amarillo): Stock bajo (1-9 cajas)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Criterios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Solo SKUs con estado_linea definido (catálogo)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Ordenados por prioridad y cantidad de cajas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Visualización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Badge con contador en navegación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Panel dedicado con filtros por tipo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Seguridad y Acceso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Modelo de Autenticación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S1_API_KEY: Administrativa (upload, catálogo)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S1_READ_API_KEY: Lectura para frontend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Endpoints Protegidos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GET /stock, /health → requiere READ_KEY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POST /catalog/upload → requiere ADMIN_KEY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Controles Operativos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CORS: github.io + localhost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Rate limit: 60 req/min por 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Despliegue y Operación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Infraestructura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Frontend: GitHub Pages (auto-deploy desde main)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Backend: Render (gratuito, keep-alive cada 5 min)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Desarrollo Local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Frontend: npm run dev (localhost:3000)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Backend: uvicorn app.main:app --reload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Ventana Operativa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Lun-Sáb 07:00-22:59 hora Lima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Dom/madrugada: datos estáticos del último ciclo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Troubleshooting Común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Cache Stale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Síntoma: datos no se actualizan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Solución: Forzar refresh o limpiar localStorage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Categoría OTROS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Causa: código de línea no mapeado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Solución: Agregar a CATEGORIAS en constants.py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Disponible 0 con existencias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Causa: stock solo en lotes no-VES (mktd, 121, 40, 129, 122)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Solución: ver chips por almacén en el buscador o columnas del XLSX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70248" y="2743200"/>
            <a:ext cx="36576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79224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0F4F8"/>
                </a:solidFill>
                <a:latin typeface="Segoe UI"/>
              </a:rPr>
              <a:t>StockPulse CIPSA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94A3B8"/>
                </a:solidFill>
                <a:latin typeface="Segoe UI"/>
              </a:rPr>
              <a:t>Inteligencia de Stock en Tiempo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00D084"/>
                </a:solidFill>
                <a:latin typeface="Segoe UI"/>
              </a:rPr>
              <a:t>¿Consultas? Contactar al equipo G360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g360-stock-reporter-lit ·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