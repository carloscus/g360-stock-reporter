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0080" cy="73152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57200"/>
            <a:ext cx="1645920" cy="548640"/>
          </a:xfrm>
          <a:prstGeom prst="round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G360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0F4F8"/>
                </a:solidFill>
                <a:latin typeface="Segoe UI"/>
              </a:rPr>
              <a:t>StockPulse CIPSA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94A3B8"/>
                </a:solidFill>
                <a:latin typeface="Segoe UI"/>
              </a:rPr>
              <a:t>Manual Técnico — Reportes de Stock en Tiempo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43600"/>
            <a:ext cx="2743200" cy="54864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5943600"/>
            <a:ext cx="13716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4A3B8"/>
                </a:solidFill>
                <a:latin typeface="Segoe UI"/>
              </a:rPr>
              <a:t>CIPSA · Intelligence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548640" cy="5486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8"/>
                </a:solidFill>
                <a:latin typeface="Segoe UI"/>
              </a:rPr>
              <a:t>Arquitectura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Frontend PWA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Lit 3 + Vite 8, deploy en GitHub Pages (Actions + artifact)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Instalable en móvil (banner nativo / instrucciones iOS)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Cache 3 capas: memoria → sessionStorage → localStorage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Sesión local simulada (nombre + @cipsa.com.pe)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Backend API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FastAPI en Render, fuente: appweb.cipsa.com.pe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Modelo enriquecido: stock, flags comerciales y revisión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TTL cache: 15 minutos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Catálogo Maestro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JSON en GitHub (g360-master-data)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SKU, descripción, un_bx, peso, líneas y nombres de almacén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8"/>
                </a:solidFill>
                <a:latin typeface="Segoe UI"/>
              </a:rPr>
              <a:t>Flujo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1064240" cy="53035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6276" y="1097280"/>
            <a:ext cx="344896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548640" cy="5486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8"/>
                </a:solidFill>
                <a:latin typeface="Segoe UI"/>
              </a:rPr>
              <a:t>Categorías de Negocio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Mapeo Automático por Línea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VINIBALL → líneas: 01, MA, 14, AD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VINIFAN → líneas: 02, 09, 11, 72-79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REPRESENTADAS → línea: 85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PUBLICIDAD → líneas: 80, 81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Normalización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00D084"/>
                </a:solidFill>
                <a:latin typeface="Segoe UI"/>
              </a:rPr>
              <a:t>    「 Entrada: '0179 - ACCESORIOS' → Código: '79' → VINIFAN 」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Estados de Stock (bx sobre disponible VES)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OK → bx &gt;= 10 cajas | BAJO → 1-9 bx | AGOTADO → bx =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548640" cy="5486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8"/>
                </a:solidFill>
                <a:latin typeface="Segoe UI"/>
              </a:rPr>
              <a:t>Estado y Alertas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Estado (exploración)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KPIs sobre Disponible VES (catálogo vigente)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Árbol categoría → línea → SKU (solo lectura)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'Generar reporte' abre Pulso con la selección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Alertas (worklist)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Módulo separado: solo 0 y bajo stock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Mismo universo: catálogo vigente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Conteos y exportación (Todos/Bajo/Sin)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Código compartido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Fila/detalle de SKU y chips de almacén reutilizados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548640" cy="5486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8"/>
                </a:solidFill>
                <a:latin typeface="Segoe UI"/>
              </a:rPr>
              <a:t>Búsqueda y Compartir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Búsqueda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Multi-término AND sin tildes + voz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Exact por SKU/EAN (con o sin ceros)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Avanzada: Grupo, Tipo, Familia, Licencia, Categoría, Línea, Stock y Vigencia (multi-select)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Compartir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Multiselección de SKUs en el buscador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Mensaje breve: SKU, descripción, línea y VES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Si VES = 0: respaldo 129 → 121 → 92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Envío por Web Share/WhatsApp o portapapeles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548640" cy="5486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8"/>
                </a:solidFill>
                <a:latin typeface="Segoe UI"/>
              </a:rPr>
              <a:t>Jerarquía de Almacenes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Niveles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VES → venta directa (Disponible principal)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129 → secundario de venta (si VES = 0)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40 → traslado (solo cantidad alta, ≥10 bx)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121 → inspección principal (QC, lote por pasar a VES)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92 → inspección secundaria (informativo)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122 → exportación (informativo)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Reglas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Los lotes NO se suman al Disponible VES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Nombres oficiales del API en tooltip/leyenda del XLSX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129 y 40 no son venta directa: son respaldo/traslado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548640" cy="5486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8"/>
                </a:solidFill>
                <a:latin typeface="Segoe UI"/>
              </a:rPr>
              <a:t>Reportes XLSX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Perfiles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Rápido: catálogo vigente + Disponible VES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Completo: 129, 92, 40, 121, 122 + predespacho + revisión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Opciones avanzadas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Alcance por línea, incluir no vigentes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Hojas Sin Catálogo y 122 (a pedido)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Exportaciones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Estado: Con/Bajo/Sin, Sin Catálogo y 122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Alertas: Todos/Bajo/Sin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Nombres con perfil: ..._Rapido_ / ..._Completo_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548640" cy="5486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8"/>
                </a:solidFill>
                <a:latin typeface="Segoe UI"/>
              </a:rPr>
              <a:t>Seguridad y Acceso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Acceso (simulado)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Login local: nombre + correo @cipsa.com.pe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Sesión en localStorage; logout desde el header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No es autenticación real: firma los reportes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API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Clave de lectura para la PWA; admin separada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CORS restringido y rate limit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Datos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Cache local (7 días) y API en vivo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Sin credenciales administrativas en el frontend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548640" cy="5486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8"/>
                </a:solidFill>
                <a:latin typeface="Segoe UI"/>
              </a:rPr>
              <a:t>Despliegue y Operación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Infraestructura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Frontend: GitHub Pages (Actions + artifact, sin gh-pages)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Backend: Render (keep-alive cada 5 min)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CI/CD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Push a main → npm ci → npm test → build → deploy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Node 22; paths-ignore para docs/scripts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Ventana operativa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Lun-Sáb 07:00-22:59 Lima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Dom/madrugada: datos del último ciclo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74320"/>
            <a:ext cx="548640" cy="548640"/>
          </a:xfrm>
          <a:prstGeom prst="ellipse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0F4F8"/>
                </a:solidFill>
                <a:latin typeface="Segoe UI"/>
              </a:rPr>
              <a:t>Troubleshooting Común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22960"/>
            <a:ext cx="1828800" cy="36576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Cache stale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Síntoma: datos no se actualizan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Solución: refresh o limpiar localStorage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Categoría OTROS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Causa: código de línea no mapeado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Solución: agregar a CATEGORIAS en constants.py</a:t>
            </a:r>
          </a:p>
          <a:p/>
          <a:p>
            <a:pPr>
              <a:spcBef>
                <a:spcPts val="1400"/>
              </a:spcBef>
            </a:pPr>
            <a:r>
              <a:rPr sz="1800" b="1">
                <a:solidFill>
                  <a:srgbClr val="00D084"/>
                </a:solidFill>
                <a:latin typeface="Segoe UI"/>
              </a:rPr>
              <a:t>▌ Disponible 0 con existencias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Causa: stock solo en lotes no-VES (129/40/121/92/122 o mktd)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Solución: revisar chips por almacén o columnas del XLSX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F0F4F8"/>
                </a:solidFill>
                <a:latin typeface="Segoe UI"/>
              </a:rPr>
              <a:t>  ▸ 92 es informativo: no es disponible de venta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70248" y="2743200"/>
            <a:ext cx="3657600" cy="54864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79224" y="0"/>
            <a:ext cx="109728" cy="6858000"/>
          </a:xfrm>
          <a:prstGeom prst="rect">
            <a:avLst/>
          </a:prstGeom>
          <a:solidFill>
            <a:srgbClr val="00D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0F4F8"/>
                </a:solidFill>
                <a:latin typeface="Segoe UI"/>
              </a:rPr>
              <a:t>StockPulse CIPSA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  <a:latin typeface="Segoe UI"/>
              </a:rPr>
              <a:t>Inteligencia de Stock en Tiempo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00D084"/>
                </a:solidFill>
                <a:latin typeface="Segoe UI"/>
              </a:rPr>
              <a:t>¿Consultas? Contactar al equipo G360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g360-stock-reporter-lit ·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